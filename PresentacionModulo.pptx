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B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rnández Cué" userId="73df7a51ee2d30c1" providerId="LiveId" clId="{40A2D3F2-DD83-436E-B36F-D0EABEC0D7F4}"/>
    <pc:docChg chg="custSel modSld">
      <pc:chgData name="Daniel Fernández Cué" userId="73df7a51ee2d30c1" providerId="LiveId" clId="{40A2D3F2-DD83-436E-B36F-D0EABEC0D7F4}" dt="2026-09-11T08:39:54.909" v="55" actId="20577"/>
      <pc:docMkLst>
        <pc:docMk/>
      </pc:docMkLst>
      <pc:sldChg chg="modSp mod">
        <pc:chgData name="Daniel Fernández Cué" userId="73df7a51ee2d30c1" providerId="LiveId" clId="{40A2D3F2-DD83-436E-B36F-D0EABEC0D7F4}" dt="2026-09-11T08:26:47.743" v="6" actId="27636"/>
        <pc:sldMkLst>
          <pc:docMk/>
          <pc:sldMk cId="1830638819" sldId="257"/>
        </pc:sldMkLst>
        <pc:spChg chg="mod">
          <ac:chgData name="Daniel Fernández Cué" userId="73df7a51ee2d30c1" providerId="LiveId" clId="{40A2D3F2-DD83-436E-B36F-D0EABEC0D7F4}" dt="2026-09-11T08:26:47.743" v="6" actId="27636"/>
          <ac:spMkLst>
            <pc:docMk/>
            <pc:sldMk cId="1830638819" sldId="257"/>
            <ac:spMk id="3" creationId="{00000000-0000-0000-0000-000000000000}"/>
          </ac:spMkLst>
        </pc:spChg>
      </pc:sldChg>
      <pc:sldChg chg="modSp mod">
        <pc:chgData name="Daniel Fernández Cué" userId="73df7a51ee2d30c1" providerId="LiveId" clId="{40A2D3F2-DD83-436E-B36F-D0EABEC0D7F4}" dt="2026-09-11T08:39:54.909" v="55" actId="20577"/>
        <pc:sldMkLst>
          <pc:docMk/>
          <pc:sldMk cId="105144814" sldId="261"/>
        </pc:sldMkLst>
        <pc:spChg chg="mod">
          <ac:chgData name="Daniel Fernández Cué" userId="73df7a51ee2d30c1" providerId="LiveId" clId="{40A2D3F2-DD83-436E-B36F-D0EABEC0D7F4}" dt="2026-09-11T08:39:43.840" v="47" actId="27636"/>
          <ac:spMkLst>
            <pc:docMk/>
            <pc:sldMk cId="105144814" sldId="261"/>
            <ac:spMk id="2" creationId="{00000000-0000-0000-0000-000000000000}"/>
          </ac:spMkLst>
        </pc:spChg>
        <pc:spChg chg="mod">
          <ac:chgData name="Daniel Fernández Cué" userId="73df7a51ee2d30c1" providerId="LiveId" clId="{40A2D3F2-DD83-436E-B36F-D0EABEC0D7F4}" dt="2026-09-11T08:39:54.909" v="55" actId="20577"/>
          <ac:spMkLst>
            <pc:docMk/>
            <pc:sldMk cId="105144814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ondear rectángulo de esquina del mismo lado 6"/>
          <p:cNvSpPr/>
          <p:nvPr userDrawn="1"/>
        </p:nvSpPr>
        <p:spPr>
          <a:xfrm rot="5400000">
            <a:off x="-613410" y="613410"/>
            <a:ext cx="6858000" cy="5631180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4320" y="665163"/>
            <a:ext cx="5090160" cy="2387600"/>
          </a:xfrm>
        </p:spPr>
        <p:txBody>
          <a:bodyPr anchor="b">
            <a:noAutofit/>
          </a:bodyPr>
          <a:lstStyle>
            <a:lvl1pPr algn="ctr">
              <a:defRPr sz="44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4320" y="3180396"/>
            <a:ext cx="509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upo 7"/>
          <p:cNvGrpSpPr/>
          <p:nvPr userDrawn="1"/>
        </p:nvGrpSpPr>
        <p:grpSpPr>
          <a:xfrm>
            <a:off x="5056094" y="1990164"/>
            <a:ext cx="7423787" cy="5091711"/>
            <a:chOff x="5995623" y="2756619"/>
            <a:chExt cx="6150429" cy="4100286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5623" y="2756619"/>
              <a:ext cx="6150429" cy="4100286"/>
            </a:xfrm>
            <a:prstGeom prst="rect">
              <a:avLst/>
            </a:prstGeom>
          </p:spPr>
        </p:pic>
        <p:pic>
          <p:nvPicPr>
            <p:cNvPr id="10" name="Picture 4" descr="Home - CC EQUIPO FORMACION Y EMPLEO - educantabria.e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2055" y="4384673"/>
              <a:ext cx="943431" cy="943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162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ondear rectángulo de esquina del mismo lado 6"/>
          <p:cNvSpPr/>
          <p:nvPr userDrawn="1"/>
        </p:nvSpPr>
        <p:spPr>
          <a:xfrm rot="10800000">
            <a:off x="0" y="0"/>
            <a:ext cx="12192000" cy="1138873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601395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65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ondear rectángulo de esquina del mismo lado 6"/>
          <p:cNvSpPr/>
          <p:nvPr userDrawn="1"/>
        </p:nvSpPr>
        <p:spPr>
          <a:xfrm rot="10800000">
            <a:off x="0" y="-1"/>
            <a:ext cx="12192000" cy="4562475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601395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5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dondear rectángulo de esquina del mismo lado 8"/>
          <p:cNvSpPr/>
          <p:nvPr userDrawn="1"/>
        </p:nvSpPr>
        <p:spPr>
          <a:xfrm rot="10800000">
            <a:off x="0" y="0"/>
            <a:ext cx="12192000" cy="1138873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325880"/>
            <a:ext cx="5181600" cy="48510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325880"/>
            <a:ext cx="5181600" cy="48510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601395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863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dondear rectángulo de esquina del mismo lado 10"/>
          <p:cNvSpPr/>
          <p:nvPr userDrawn="1"/>
        </p:nvSpPr>
        <p:spPr>
          <a:xfrm>
            <a:off x="0" y="6189664"/>
            <a:ext cx="12192000" cy="668336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30968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133600"/>
            <a:ext cx="5157787" cy="405606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0612" y="130968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133600"/>
            <a:ext cx="5183188" cy="405606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12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3893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41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3893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05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601395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63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dondear rectángulo de esquina del mismo lado 7"/>
          <p:cNvSpPr/>
          <p:nvPr userDrawn="1"/>
        </p:nvSpPr>
        <p:spPr>
          <a:xfrm rot="5400000">
            <a:off x="-864870" y="864870"/>
            <a:ext cx="6858000" cy="5128260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  <p:pic>
        <p:nvPicPr>
          <p:cNvPr id="9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3893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67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dondear rectángulo de esquina del mismo lado 7"/>
          <p:cNvSpPr/>
          <p:nvPr userDrawn="1"/>
        </p:nvSpPr>
        <p:spPr>
          <a:xfrm rot="5400000">
            <a:off x="-864870" y="864870"/>
            <a:ext cx="6858000" cy="5128260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4" descr="Home - CC EQUIPO FORMACION Y EMPLEO - educantabria.e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38930"/>
            <a:ext cx="838200" cy="8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5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318260"/>
            <a:ext cx="10515600" cy="4858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482A8-92D2-4902-A8A0-14F5CFEDBBA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898C3-BAD3-46AE-91E2-3ECBEF3F13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ondear rectángulo de esquina del mismo lado 9"/>
          <p:cNvSpPr/>
          <p:nvPr/>
        </p:nvSpPr>
        <p:spPr>
          <a:xfrm rot="5400000">
            <a:off x="-613410" y="613410"/>
            <a:ext cx="6858000" cy="5631180"/>
          </a:xfrm>
          <a:prstGeom prst="round2SameRect">
            <a:avLst/>
          </a:prstGeom>
          <a:solidFill>
            <a:srgbClr val="FEE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55800"/>
            <a:ext cx="5631180" cy="1854200"/>
          </a:xfrm>
        </p:spPr>
        <p:txBody>
          <a:bodyPr/>
          <a:lstStyle/>
          <a:p>
            <a:r>
              <a:rPr lang="es-ES" b="1" dirty="0" smtClean="0"/>
              <a:t>Herramientas digitales</a:t>
            </a:r>
            <a:endParaRPr lang="en-US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101979"/>
            <a:ext cx="5631180" cy="1062476"/>
          </a:xfrm>
        </p:spPr>
        <p:txBody>
          <a:bodyPr/>
          <a:lstStyle/>
          <a:p>
            <a:r>
              <a:rPr lang="es-ES" dirty="0"/>
              <a:t>Presentación del módulo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0" y="6581001"/>
            <a:ext cx="1264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Daniel Fernández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205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/>
              <a:t>¿Qué es este módulo?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28089" y="4589463"/>
            <a:ext cx="11055350" cy="226853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Orientado al </a:t>
            </a:r>
            <a:r>
              <a:rPr lang="es-ES" dirty="0" smtClean="0">
                <a:solidFill>
                  <a:schemeClr val="tx1"/>
                </a:solidFill>
              </a:rPr>
              <a:t>uso eficaz, seguro y responsable de herramientas digitales en entornos personales y profesionales.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tx1"/>
                </a:solidFill>
              </a:rPr>
              <a:t>Aprenderemos a utilizar aplicaciones ofimáticas, servicios de Internet y herramientas colaborativas en la nube, así como a gestionar y compartir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83063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¿Qué vamos a aprender?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243136" y="2074025"/>
            <a:ext cx="11705727" cy="3495502"/>
          </a:xfrm>
        </p:spPr>
        <p:txBody>
          <a:bodyPr>
            <a:normAutofit/>
          </a:bodyPr>
          <a:lstStyle/>
          <a:p>
            <a:r>
              <a:rPr lang="es-ES" sz="2400" dirty="0" smtClean="0"/>
              <a:t>Crear y editar documentos con procesadores de texto.</a:t>
            </a:r>
          </a:p>
          <a:p>
            <a:r>
              <a:rPr lang="es-ES" sz="2400" dirty="0" smtClean="0"/>
              <a:t>Elaborar hojas de cálculos utilizando fórmulas, funciones y gráficos.</a:t>
            </a:r>
          </a:p>
          <a:p>
            <a:r>
              <a:rPr lang="es-ES" sz="2400" dirty="0" smtClean="0"/>
              <a:t>Diseñar presentaciones claras, visuales y profesionales.</a:t>
            </a:r>
          </a:p>
          <a:p>
            <a:r>
              <a:rPr lang="es-ES" sz="2400" dirty="0" smtClean="0"/>
              <a:t>Utilizar servicios y herramientas disponibles en Internet.</a:t>
            </a:r>
          </a:p>
          <a:p>
            <a:r>
              <a:rPr lang="es-ES" sz="2400" dirty="0" smtClean="0"/>
              <a:t>Trabajar de forma colaborativa y compartir información en la nube.</a:t>
            </a:r>
          </a:p>
          <a:p>
            <a:r>
              <a:rPr lang="es-ES" sz="2400" dirty="0" smtClean="0"/>
              <a:t>Aplicar buenas prácticas de seguridad digital y protección de datos.</a:t>
            </a:r>
            <a:endParaRPr lang="es-ES" sz="2600" dirty="0" smtClean="0"/>
          </a:p>
        </p:txBody>
      </p:sp>
    </p:spTree>
    <p:extLst>
      <p:ext uri="{BB962C8B-B14F-4D97-AF65-F5344CB8AC3E}">
        <p14:creationId xmlns:p14="http://schemas.microsoft.com/office/powerpoint/2010/main" val="341853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¿Cómo vamos a trabajar?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600" dirty="0" smtClean="0"/>
              <a:t>Clases </a:t>
            </a:r>
            <a:r>
              <a:rPr lang="es-ES" sz="3600" dirty="0"/>
              <a:t>teórico-prácticas</a:t>
            </a:r>
          </a:p>
          <a:p>
            <a:endParaRPr lang="es-ES" sz="3600" dirty="0"/>
          </a:p>
          <a:p>
            <a:r>
              <a:rPr lang="es-ES" sz="3600" dirty="0"/>
              <a:t>Trabajo en equipos e individual</a:t>
            </a:r>
          </a:p>
          <a:p>
            <a:endParaRPr lang="es-ES" sz="3600" dirty="0"/>
          </a:p>
          <a:p>
            <a:r>
              <a:rPr lang="es-ES" sz="3600" dirty="0" smtClean="0"/>
              <a:t>Paquete ofimático, navegador, nube y aplicaciones web.</a:t>
            </a:r>
          </a:p>
          <a:p>
            <a:endParaRPr lang="es-ES" sz="3600" dirty="0" smtClean="0"/>
          </a:p>
          <a:p>
            <a:r>
              <a:rPr lang="es-ES" sz="3600" dirty="0" smtClean="0"/>
              <a:t>Pruebas prácticas.</a:t>
            </a:r>
            <a:endParaRPr lang="es-E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6730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47675"/>
            <a:ext cx="3932237" cy="16002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s-ES" sz="5400" dirty="0"/>
              <a:t>Unidades de aprendizaje</a:t>
            </a:r>
            <a:endParaRPr lang="en-US" sz="5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9126" y="854008"/>
            <a:ext cx="6172200" cy="4887712"/>
          </a:xfrm>
        </p:spPr>
        <p:txBody>
          <a:bodyPr>
            <a:noAutofit/>
          </a:bodyPr>
          <a:lstStyle/>
          <a:p>
            <a:r>
              <a:rPr lang="es-ES" sz="2800" dirty="0"/>
              <a:t>UD1 – </a:t>
            </a:r>
            <a:r>
              <a:rPr lang="es-ES" sz="2800" dirty="0" smtClean="0"/>
              <a:t>Herramientas colaborativas, nube y </a:t>
            </a:r>
            <a:r>
              <a:rPr lang="es-ES" sz="2800" dirty="0" err="1" smtClean="0"/>
              <a:t>Git</a:t>
            </a:r>
            <a:r>
              <a:rPr lang="es-ES" sz="2800" dirty="0" smtClean="0"/>
              <a:t>.</a:t>
            </a:r>
          </a:p>
          <a:p>
            <a:endParaRPr lang="es-ES" sz="2800" dirty="0" smtClean="0"/>
          </a:p>
          <a:p>
            <a:r>
              <a:rPr lang="es-ES" sz="2800" dirty="0" smtClean="0"/>
              <a:t>UD2 – Ofimática aplicada al desarrollo.</a:t>
            </a:r>
          </a:p>
          <a:p>
            <a:endParaRPr lang="es-ES" sz="2800" dirty="0" smtClean="0"/>
          </a:p>
          <a:p>
            <a:r>
              <a:rPr lang="es-ES" sz="2800" dirty="0" smtClean="0"/>
              <a:t>UD3 – Internet y servicios web.</a:t>
            </a:r>
          </a:p>
          <a:p>
            <a:endParaRPr lang="es-ES" sz="2800" dirty="0" smtClean="0"/>
          </a:p>
          <a:p>
            <a:r>
              <a:rPr lang="es-ES" sz="2800" dirty="0" smtClean="0"/>
              <a:t>UD4 – Seguridad y protección de datos.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s-ES" sz="3600" dirty="0"/>
              <a:t>Resultados de aprendizaje</a:t>
            </a:r>
          </a:p>
          <a:p>
            <a:endParaRPr lang="es-ES" sz="5400" dirty="0"/>
          </a:p>
        </p:txBody>
      </p:sp>
    </p:spTree>
    <p:extLst>
      <p:ext uri="{BB962C8B-B14F-4D97-AF65-F5344CB8AC3E}">
        <p14:creationId xmlns:p14="http://schemas.microsoft.com/office/powerpoint/2010/main" val="287374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8200" y="1309686"/>
            <a:ext cx="10820400" cy="2033217"/>
          </a:xfrm>
        </p:spPr>
        <p:txBody>
          <a:bodyPr>
            <a:normAutofit/>
          </a:bodyPr>
          <a:lstStyle/>
          <a:p>
            <a:r>
              <a:rPr lang="es-ES" sz="3200" dirty="0" smtClean="0"/>
              <a:t>Martes </a:t>
            </a:r>
            <a:r>
              <a:rPr lang="es-ES" sz="3200" dirty="0"/>
              <a:t>de </a:t>
            </a:r>
            <a:r>
              <a:rPr lang="es-ES" sz="3200" dirty="0" smtClean="0"/>
              <a:t>15:00 a 16:40</a:t>
            </a:r>
            <a:endParaRPr lang="es-ES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838200" y="3585296"/>
            <a:ext cx="10514012" cy="2007982"/>
          </a:xfrm>
        </p:spPr>
        <p:txBody>
          <a:bodyPr/>
          <a:lstStyle/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1ª Evaluación – Antes del 18 de diciembre</a:t>
            </a:r>
          </a:p>
          <a:p>
            <a:r>
              <a:rPr lang="es-ES" sz="2800" dirty="0"/>
              <a:t>2ª Evaluación – Antes del </a:t>
            </a:r>
            <a:r>
              <a:rPr lang="es-ES" sz="2800" dirty="0" smtClean="0"/>
              <a:t>26 de febrero</a:t>
            </a:r>
            <a:endParaRPr lang="es-E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Calendario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4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5463" y="2624137"/>
            <a:ext cx="3932237" cy="1600200"/>
          </a:xfrm>
        </p:spPr>
        <p:txBody>
          <a:bodyPr anchor="ctr">
            <a:normAutofit/>
          </a:bodyPr>
          <a:lstStyle/>
          <a:p>
            <a:pPr algn="ctr"/>
            <a:r>
              <a:rPr lang="es-ES" sz="4000" dirty="0"/>
              <a:t>Normas en el aula</a:t>
            </a:r>
            <a:endParaRPr lang="en-U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sz="2800" dirty="0"/>
          </a:p>
          <a:p>
            <a:r>
              <a:rPr lang="es-ES" sz="2800" dirty="0"/>
              <a:t>Puntualidad y asistencia activa</a:t>
            </a:r>
          </a:p>
          <a:p>
            <a:r>
              <a:rPr lang="es-ES" sz="2800" dirty="0"/>
              <a:t>Cuidado con el material</a:t>
            </a:r>
          </a:p>
          <a:p>
            <a:r>
              <a:rPr lang="es-ES" sz="2800" dirty="0"/>
              <a:t>Uso responsable de Internet</a:t>
            </a:r>
          </a:p>
          <a:p>
            <a:r>
              <a:rPr lang="es-ES" sz="2800" dirty="0"/>
              <a:t>Trabajo colaborativo y respeto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918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_master" id="{18054900-67C0-4936-B438-4F3DCD6B73E9}" vid="{58B5E77D-58EC-4D1B-BA2D-131F66232C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Presentación_master</Template>
  <TotalTime>262</TotalTime>
  <Words>223</Words>
  <Application>Microsoft Office PowerPoint</Application>
  <PresentationFormat>Panorámica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Tema de Office</vt:lpstr>
      <vt:lpstr>Herramientas digitales</vt:lpstr>
      <vt:lpstr>¿Qué es este módulo?</vt:lpstr>
      <vt:lpstr>¿Qué vamos a aprender?</vt:lpstr>
      <vt:lpstr>¿Cómo vamos a trabajar?</vt:lpstr>
      <vt:lpstr>Unidades de aprendizaje</vt:lpstr>
      <vt:lpstr>Calendario</vt:lpstr>
      <vt:lpstr>Normas en el aula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Dani</dc:creator>
  <cp:lastModifiedBy>Cuenta Microsoft</cp:lastModifiedBy>
  <cp:revision>38</cp:revision>
  <dcterms:created xsi:type="dcterms:W3CDTF">2025-09-15T10:57:05Z</dcterms:created>
  <dcterms:modified xsi:type="dcterms:W3CDTF">2026-09-22T07:01:14Z</dcterms:modified>
</cp:coreProperties>
</file>